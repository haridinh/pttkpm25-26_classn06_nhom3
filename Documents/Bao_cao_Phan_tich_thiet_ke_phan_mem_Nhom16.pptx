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" Type="http://schemas.openxmlformats.org/officeDocument/2006/relationships/printerSettings" Target="printerSettings/printerSettings1.bin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Xây dựng Website Tài Chính Đa Năng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Báo cáo Phân tích và Thiết kế Phần mềm - Nhóm 16</a:t>
            </a:r>
          </a:p>
          <a:p>
            <a:r>
              <a:t>Trường Đại học Phenikaa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Mục tiêu tổng quát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Xây dựng hệ thống tài chính đa năng (Multi-Financial Platform) cung cấp các giải pháp toàn diện:</a:t>
            </a:r>
          </a:p>
          <a:p>
            <a:r>
              <a:t>- Đầu tư, vay tiêu dùng, thanh toán trực tuyến, quản lý tài chính cá nhân.</a:t>
            </a:r>
          </a:p>
          <a:p>
            <a:r>
              <a:t>- Hỗ trợ nhiều vai trò: Khách hàng, Quản trị viên và Thương nhân.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Mục tiêu cụ thể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Khách hàng: Đầu tư, vay, quản lý tài chính, staking, trao đổi nhanh.</a:t>
            </a:r>
          </a:p>
          <a:p>
            <a:r>
              <a:t>• Thương nhân: Tạo Payment URL, quản lý khách hàng và giao dịch.</a:t>
            </a:r>
          </a:p>
          <a:p>
            <a:r>
              <a:t>• Quản trị viên: Quản lý người dùng, duyệt giao dịch, cấu hình hệ thống, KYC.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Giá trị cốt lõi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An toàn: Bảo mật nhiều lớp.</a:t>
            </a:r>
          </a:p>
          <a:p>
            <a:r>
              <a:t>- Tiện lợi: Trải nghiệm người dùng mượt mà.</a:t>
            </a:r>
          </a:p>
          <a:p>
            <a:r>
              <a:t>- Đa năng: Tích hợp nhiều dịch vụ tài chính.</a:t>
            </a:r>
          </a:p>
          <a:p>
            <a:r>
              <a:t>- Minh bạch: Báo cáo và nhật ký đầy đủ.</a:t>
            </a:r>
          </a:p>
          <a:p>
            <a:r>
              <a:t>- Mở rộng: Kiến trúc mô-đun, dễ bảo trì.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Phạm vi hệ thống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113+ Use Cases chia thành 10 module:</a:t>
            </a:r>
          </a:p>
          <a:p>
            <a:r>
              <a:t>• Customer, Investment, Loan, Finance, Merchant.</a:t>
            </a:r>
          </a:p>
          <a:p>
            <a:r>
              <a:t>• Stake, Quick Exchange, Report, Support, CMS.</a:t>
            </a:r>
          </a:p>
          <a:p>
            <a:r>
              <a:t>• System tự động hóa quy trình thanh toán, lãi suất, sao lưu.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Kiến trúc hệ thống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Backend: Laravel 10 (PHP 8.1+), mô-đun hóa.</a:t>
            </a:r>
          </a:p>
          <a:p>
            <a:r>
              <a:t>• Frontend: Next.js 14 (React 18).</a:t>
            </a:r>
          </a:p>
          <a:p>
            <a:r>
              <a:t>• Database: MySQL 8.0+.</a:t>
            </a:r>
          </a:p>
          <a:p>
            <a:r>
              <a:t>• Payment: Stripe, CoinPayment.</a:t>
            </a:r>
          </a:p>
          <a:p>
            <a:r>
              <a:t>• Authentication: Laravel Sanctum, 2FA.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Môi trường phát triển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IDE: VS Code, PhpStorm</a:t>
            </a:r>
          </a:p>
          <a:p>
            <a:r>
              <a:t>• Version control: Git/GitHub</a:t>
            </a:r>
          </a:p>
          <a:p>
            <a:r>
              <a:t>• Build tools: Composer, npm, Vite</a:t>
            </a:r>
          </a:p>
          <a:p>
            <a:r>
              <a:t>• Testing: PHPUnit, Jest</a:t>
            </a:r>
          </a:p>
          <a:p>
            <a:r>
              <a:t>• DevOps: CI/CD, Docker, AWS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Bảo mật hệ thống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CSRF, XSS, SQL Injection prevention</a:t>
            </a:r>
          </a:p>
          <a:p>
            <a:r>
              <a:t>• Password hashing, 2FA, KYC verification</a:t>
            </a:r>
          </a:p>
          <a:p>
            <a:r>
              <a:t>• Encryption dữ liệu</a:t>
            </a:r>
          </a:p>
          <a:p>
            <a:r>
              <a:t>• GDPR compliance &amp; Audit logging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Các tác nhân (Actors)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Khách hàng: Đăng ký, đầu tư, vay.</a:t>
            </a:r>
          </a:p>
          <a:p>
            <a:r>
              <a:t>• Quản trị viên: Quản lý toàn hệ thống.</a:t>
            </a:r>
          </a:p>
          <a:p>
            <a:r>
              <a:t>• Thương nhân: Quản lý Payment URL.</a:t>
            </a:r>
          </a:p>
          <a:p>
            <a:r>
              <a:t>• Hệ thống: Xử lý tự động.</a:t>
            </a:r>
          </a:p>
          <a:p>
            <a:r>
              <a:t>• Cổng thanh toán: Stripe, CoinPayment.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Use Case chính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UC-C-01: Đăng ký tài khoản</a:t>
            </a:r>
          </a:p>
          <a:p>
            <a:r>
              <a:t>• UC-C-02: Đăng nhập</a:t>
            </a:r>
          </a:p>
          <a:p>
            <a:r>
              <a:t>• UC-C-07: Nạp tiền</a:t>
            </a:r>
          </a:p>
          <a:p>
            <a:r>
              <a:t>• UC-C-13: Mua gói đầu tư</a:t>
            </a:r>
          </a:p>
          <a:p>
            <a:r>
              <a:t>• UC-C-20: Đăng ký vay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Quy trình người dùng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Khách hàng: Đăng ký → Xác minh email → Nạp tiền → Mua gói đầu tư → Rút lãi.</a:t>
            </a:r>
          </a:p>
          <a:p>
            <a:r>
              <a:t>Thương nhân: Đăng ký → Tạo Payment URL → Nhận thanh toán → Rút tiền.</a:t>
            </a:r>
          </a:p>
          <a:p>
            <a:r>
              <a:t>Admin: Xử lý yêu cầu, phê duyệt, cấu hình hệ thống.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Thiết kế lớp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Các lớp chính:</a:t>
            </a:r>
          </a:p>
          <a:p>
            <a:r>
              <a:t>- User</a:t>
            </a:r>
          </a:p>
          <a:p>
            <a:r>
              <a:t>- Wallet</a:t>
            </a:r>
          </a:p>
          <a:p>
            <a:r>
              <a:t>- Transaction</a:t>
            </a:r>
          </a:p>
          <a:p>
            <a:r>
              <a:t>- InvestmentPackage</a:t>
            </a:r>
          </a:p>
          <a:p>
            <a:r>
              <a:t>- LoanApplication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Kiến trúc hệ thống vĩ mô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Mô hình Modular Monolith (chia module rõ ràng)</a:t>
            </a:r>
          </a:p>
          <a:p>
            <a:r>
              <a:t>• Module User, KYC, Finance, Investment, Loan</a:t>
            </a:r>
          </a:p>
          <a:p>
            <a:r>
              <a:t>• Dễ mở rộng sang Microservices trong tương lai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Giao diện hệ thống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UI hiện đại: Tailwind CSS, Material Design.</a:t>
            </a:r>
          </a:p>
          <a:p>
            <a:r>
              <a:t>• Dark/Light mode, đa ngôn ngữ.</a:t>
            </a:r>
          </a:p>
          <a:p>
            <a:r>
              <a:t>• Dashboard trực quan: Admin &amp; Customer.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Kết luận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Dự án đạt 95% hoàn thiện.</a:t>
            </a:r>
          </a:p>
          <a:p>
            <a:r>
              <a:t>• Đáp ứng các yêu cầu về nghiệp vụ và kỹ thuật.</a:t>
            </a:r>
          </a:p>
          <a:p>
            <a:r>
              <a:t>• Có khả năng mở rộng, bảo mật và thân thiện người dùng.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